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85560"/>
            <a:ext cx="90705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9075F77-B996-480C-988D-DABC6D53D0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560880"/>
            <a:ext cx="90705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C587DE-C10F-453E-A423-4D087E6E684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ubTitle"/>
          </p:nvPr>
        </p:nvSpPr>
        <p:spPr>
          <a:xfrm>
            <a:off x="504000" y="1325520"/>
            <a:ext cx="9070560" cy="328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&lt;Soldier name&gt;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LibreOffice/25.8.5.2$Linux_X86_64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2026-05-29T17:08:50Z</dcterms:created>
  <dc:creator/>
  <dc:description/>
  <dc:language>en-US</dc:language>
  <cp:lastModifiedBy/>
  <dcterms:modified xsi:type="dcterms:W3CDTF">2026-06-02T18:20:22Z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