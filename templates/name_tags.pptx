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5920"/>
            <a:ext cx="9070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46B669-F5E3-466F-9A48-04562FC49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24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E6180A-DE8E-4C50-8C95-9A2B6D99C9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360"/>
            <a:ext cx="9070920" cy="94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&lt;Soldier name&gt;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5880"/>
            <a:ext cx="907092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&lt;Soldier name&gt;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2026-05-29T17:08:50Z</dcterms:created>
  <dc:creator/>
  <dc:description/>
  <dc:language>en-US</dc:language>
  <cp:lastModifiedBy/>
  <dcterms:modified xsi:type="dcterms:W3CDTF">2026-05-29T17:39:54Z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