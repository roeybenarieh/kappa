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85560"/>
            <a:ext cx="90705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1BA8108-F73C-420B-878D-FEE47D9E9E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60880"/>
            <a:ext cx="90705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54BD15-3F5C-40B9-8832-A42472A4C05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&lt;Classroom name&gt;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5520"/>
            <a:ext cx="9070560" cy="328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&lt;Commander name&gt;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2026-05-29T17:08:50Z</dcterms:created>
  <dc:creator/>
  <dc:description/>
  <dc:language>en-US</dc:language>
  <cp:lastModifiedBy/>
  <dcterms:modified xsi:type="dcterms:W3CDTF">2026-06-02T18:25:05Z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