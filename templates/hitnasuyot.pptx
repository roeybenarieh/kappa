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776B08-AB8F-4965-8465-930E669604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C868AA-9B0E-4642-8074-770662C8609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&lt;Hitnasut name&gt;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228600" y="2743200"/>
            <a:ext cx="907092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&lt;Commander name&gt;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29560" y="248184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&lt;Hitnasut name&gt;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28528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&lt;Soldier name&gt;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2026-05-29T13:03:48Z</dcterms:created>
  <dc:creator/>
  <dc:description/>
  <dc:language>en-US</dc:language>
  <cp:lastModifiedBy/>
  <dcterms:modified xsi:type="dcterms:W3CDTF">2026-05-29T17:40:50Z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